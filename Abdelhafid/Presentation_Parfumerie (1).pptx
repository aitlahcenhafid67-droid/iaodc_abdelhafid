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" id="{0d556832-0fee-b0b7-6244-125dddf587cd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88920"/>
            <a:ext cx="1097280" cy="54864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Parfumerie</a:t>
            </a:r>
            <a:endParaRPr lang="en-US" sz="5400" dirty="0"/>
          </a:p>
        </p:txBody>
      </p:sp>
      <p:sp>
        <p:nvSpPr>
          <p:cNvPr id="3" name="Sous-titre"/>
          <p:cNvSpPr txBox="1"/>
          <p:nvPr/>
        </p:nvSpPr>
        <p:spPr>
          <a:xfrm>
            <a:off x="54864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Rôle de l'application, schémas fonctionnels, types de fichiers et intelligence artificielle</a:t>
            </a:r>
            <a:endParaRPr lang="en-US" sz="1800" dirty="0"/>
          </a:p>
        </p:txBody>
      </p:sp>
      <p:sp>
        <p:nvSpPr>
          <p:cNvPr id="4" name="Auteur"/>
          <p:cNvSpPr txBox="1"/>
          <p:nvPr/>
        </p:nvSpPr>
        <p:spPr>
          <a:xfrm>
            <a:off x="548640" y="3108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Réalisé par :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AITLAHCEN Abdelhafid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Professeur :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Omar KELLA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Année scolaire :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2026/2027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Rôle de l'application</a:t>
            </a:r>
            <a:endParaRPr lang="en-US" sz="2600" dirty="0"/>
          </a:p>
        </p:txBody>
      </p:sp>
      <p:sp>
        <p:nvSpPr>
          <p:cNvPr id="3" name="Carte Découvrir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itre Découvrir"/>
          <p:cNvSpPr txBox="1"/>
          <p:nvPr/>
        </p:nvSpPr>
        <p:spPr>
          <a:xfrm>
            <a:off x="7315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Découvrir</a:t>
            </a:r>
            <a:endParaRPr lang="en-US" sz="2000" dirty="0"/>
          </a:p>
        </p:txBody>
      </p:sp>
      <p:sp>
        <p:nvSpPr>
          <p:cNvPr id="5" name="Texte Découvrir"/>
          <p:cNvSpPr txBox="1"/>
          <p:nvPr/>
        </p:nvSpPr>
        <p:spPr>
          <a:xfrm>
            <a:off x="731520" y="2011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Parcourir le catalogue Homme, Femme et Unisexe, avec promotions, nouveautés et meilleures ventes.</a:t>
            </a:r>
            <a:endParaRPr lang="en-US" sz="1400" dirty="0"/>
          </a:p>
        </p:txBody>
      </p:sp>
      <p:sp>
        <p:nvSpPr>
          <p:cNvPr id="6" name="Carte Acheter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itre Acheter"/>
          <p:cNvSpPr txBox="1"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Acheter</a:t>
            </a:r>
            <a:endParaRPr lang="en-US" sz="2000" dirty="0"/>
          </a:p>
        </p:txBody>
      </p:sp>
      <p:sp>
        <p:nvSpPr>
          <p:cNvPr id="8" name="Texte Acheter"/>
          <p:cNvSpPr txBox="1"/>
          <p:nvPr/>
        </p:nvSpPr>
        <p:spPr>
          <a:xfrm>
            <a:off x="3474720" y="2011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Fiche produit (prix, description, avis), panier, puis commande avec adresse, paiement et livraison.</a:t>
            </a:r>
            <a:endParaRPr lang="en-US" sz="1400" dirty="0"/>
          </a:p>
        </p:txBody>
      </p:sp>
      <p:sp>
        <p:nvSpPr>
          <p:cNvPr id="9" name="Carte Suivre"/>
          <p:cNvSpPr/>
          <p:nvPr/>
        </p:nvSpPr>
        <p:spPr>
          <a:xfrm>
            <a:off x="60350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itre Suivre"/>
          <p:cNvSpPr txBox="1"/>
          <p:nvPr/>
        </p:nvSpPr>
        <p:spPr>
          <a:xfrm>
            <a:off x="62179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Suivre</a:t>
            </a:r>
            <a:endParaRPr lang="en-US" sz="2000" dirty="0"/>
          </a:p>
        </p:txBody>
      </p:sp>
      <p:sp>
        <p:nvSpPr>
          <p:cNvPr id="11" name="Texte Suivre"/>
          <p:cNvSpPr txBox="1"/>
          <p:nvPr/>
        </p:nvSpPr>
        <p:spPr>
          <a:xfrm>
            <a:off x="6217920" y="2011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Compte client : inscription, connexion, profil et historique des commandes.</a:t>
            </a:r>
            <a:endParaRPr lang="en-US" sz="1400" dirty="0"/>
          </a:p>
        </p:txBody>
      </p:sp>
      <p:sp>
        <p:nvSpPr>
          <p:cNvPr id="12" name="Objectif"/>
          <p:cNvSpPr txBox="1"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Parfumerie est une boutique de parfums en ligne : le client découvre les produits, remplit son panier et commande, puis retrouve ses achats dans son compte.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Schéma fonctionnel de l'application</a:t>
            </a:r>
            <a:endParaRPr lang="en-US" sz="2600" dirty="0"/>
          </a:p>
        </p:txBody>
      </p:sp>
      <p:sp>
        <p:nvSpPr>
          <p:cNvPr id="3" name="Cadre Arbre application 1"/>
          <p:cNvSpPr/>
          <p:nvPr/>
        </p:nvSpPr>
        <p:spPr>
          <a:xfrm>
            <a:off x="548640" y="1143000"/>
            <a:ext cx="4206240" cy="3108960"/>
          </a:xfrm>
          <a:prstGeom prst="roundRect">
            <a:avLst>
              <a:gd name="adj" fmla="val 176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Arbre application 1"/>
          <p:cNvSpPr txBox="1"/>
          <p:nvPr/>
        </p:nvSpPr>
        <p:spPr>
          <a:xfrm>
            <a:off x="658368" y="1234440"/>
            <a:ext cx="3986784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APPLICATION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PARFUMERIE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┌────────────┼────────────┐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│    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Accueil      Produits      Compte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│    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┌─────┼─────┐      ├── Inscription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│     │     │      ├── Connexion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Homme Femme Unisex  ├── Profil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        └── Commandes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├── Promotions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├── Nouveautés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└── Meilleures ventes</a:t>
            </a:r>
            <a:endParaRPr lang="en-US" sz="1100" dirty="0"/>
          </a:p>
        </p:txBody>
      </p:sp>
      <p:sp>
        <p:nvSpPr>
          <p:cNvPr id="5" name="Cadre Arbre application 2"/>
          <p:cNvSpPr/>
          <p:nvPr/>
        </p:nvSpPr>
        <p:spPr>
          <a:xfrm>
            <a:off x="4937760" y="1143000"/>
            <a:ext cx="3657600" cy="3108960"/>
          </a:xfrm>
          <a:prstGeom prst="roundRect">
            <a:avLst>
              <a:gd name="adj" fmla="val 176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Arbre application 2"/>
          <p:cNvSpPr txBox="1"/>
          <p:nvPr/>
        </p:nvSpPr>
        <p:spPr>
          <a:xfrm>
            <a:off x="5047488" y="1234440"/>
            <a:ext cx="3438144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Détail produit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┌───────┼────────┐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       │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Prix    Description Avis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Ajouter panier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Panier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Commande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┌───────┼────────┐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       │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Adresse Paiement Livraison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Confirmation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Arborescence des fichiers du projet</a:t>
            </a:r>
            <a:endParaRPr lang="en-US" sz="2600" dirty="0"/>
          </a:p>
        </p:txBody>
      </p:sp>
      <p:sp>
        <p:nvSpPr>
          <p:cNvPr id="3" name="Cadre Arbre fichiers 1"/>
          <p:cNvSpPr/>
          <p:nvPr/>
        </p:nvSpPr>
        <p:spPr>
          <a:xfrm>
            <a:off x="548640" y="1097280"/>
            <a:ext cx="3291840" cy="338328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Arbre fichiers 1"/>
          <p:cNvSpPr txBox="1"/>
          <p:nvPr/>
        </p:nvSpPr>
        <p:spPr>
          <a:xfrm>
            <a:off x="658368" y="1188720"/>
            <a:ext cx="3072384" cy="320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parfumerie/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index.html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produits.html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produit.html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panier.html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commande.html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connexion.html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inscription.html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css/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js/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images/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100" dirty="0"/>
          </a:p>
        </p:txBody>
      </p:sp>
      <p:sp>
        <p:nvSpPr>
          <p:cNvPr id="5" name="Cadre Arbre fichiers 2"/>
          <p:cNvSpPr/>
          <p:nvPr/>
        </p:nvSpPr>
        <p:spPr>
          <a:xfrm>
            <a:off x="4023360" y="1097280"/>
            <a:ext cx="4572000" cy="3383280"/>
          </a:xfrm>
          <a:prstGeom prst="roundRect">
            <a:avLst>
              <a:gd name="adj" fmla="val 162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Arbre fichiers 2"/>
          <p:cNvSpPr txBox="1"/>
          <p:nvPr/>
        </p:nvSpPr>
        <p:spPr>
          <a:xfrm>
            <a:off x="4133088" y="1188720"/>
            <a:ext cx="4352544" cy="320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server.js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routes/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produits.js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utilisateurs.js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commandes.js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controllers/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produitController.js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utilisateurController.js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commandeController.js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models/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Produit.js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Utilisateur.js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Commande.js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database/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parfumerie.sql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de fichiers utilisés</a:t>
            </a:r>
            <a:endParaRPr lang="en-US" sz="2600" dirty="0"/>
          </a:p>
        </p:txBody>
      </p:sp>
      <p:graphicFrame>
        <p:nvGraphicFramePr>
          <p:cNvPr id="6" name="Tableau fichi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Emplacement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.html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frontend/ (7 pages)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Structure des pages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.css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frontend/css/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Mise en forme et design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.js (navigateur)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frontend/js/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Interactions : panier, appels à l’API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Images (.jpg, .png…)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frontend/images/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Visuels des parfums (formats à confirmer)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.js (Node.js)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backend/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Serveur, routes, contrôleurs, modèles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.sql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database/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Création et remplissage des tables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Où intervient l'intelligence artificielle</a:t>
            </a:r>
            <a:endParaRPr lang="en-US" sz="2600" dirty="0"/>
          </a:p>
        </p:txBody>
      </p:sp>
      <p:sp>
        <p:nvSpPr>
          <p:cNvPr id="3" name="Avertissement"/>
          <p:cNvSpPr txBox="1"/>
          <p:nvPr/>
        </p:nvSpPr>
        <p:spPr>
          <a:xfrm>
            <a:off x="548640" y="1097280"/>
            <a:ext cx="804672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9050">
            <a:solidFill>
              <a:schemeClr val="accent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Les schémas actuels ne contiennent pas d'IA. Voici où elle apporterait de la valeur :</a:t>
            </a:r>
            <a:endParaRPr lang="en-US" sz="1300" dirty="0"/>
          </a:p>
        </p:txBody>
      </p:sp>
      <p:graphicFrame>
        <p:nvGraphicFramePr>
          <p:cNvPr id="7" name="Tableau I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Fonction 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Partie concernée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Apport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Recommandations personnalisées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Accueil, fiche produit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Suggère des parfums selon l’historique et les goûts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Conseiller virtuel (chatbot)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Pages produits, panier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Aide à choisir : famille olfactive, budget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Recherche intelligente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Catalogue (produits.html)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Comprend « un parfum frais pour l’été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Analyse des avis clients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Fiche produit (Avis)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Résume les avis et détecte leur ton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Prévision des stocks et promotions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Backend, commandes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Anticipe la demande, cible les promotions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fumerie">
  <a:themeElements>
    <a:clrScheme name="Parfumerie">
      <a:dk1>
        <a:srgbClr val="2B2B2B"/>
      </a:dk1>
      <a:lt1>
        <a:srgbClr val="FFFFFF"/>
      </a:lt1>
      <a:dk2>
        <a:srgbClr val="6B2D5C"/>
      </a:dk2>
      <a:lt2>
        <a:srgbClr val="F3E9F0"/>
      </a:lt2>
      <a:accent1>
        <a:srgbClr val="6B2D5C"/>
      </a:accent1>
      <a:accent2>
        <a:srgbClr val="B8860B"/>
      </a:accent2>
      <a:accent3>
        <a:srgbClr val="8E5A83"/>
      </a:accent3>
      <a:accent4>
        <a:srgbClr val="2F7D6D"/>
      </a:accent4>
      <a:accent5>
        <a:srgbClr val="D9C3D3"/>
      </a:accent5>
      <a:accent6>
        <a:srgbClr val="555555"/>
      </a:accent6>
      <a:hlink>
        <a:srgbClr val="6B2D5C"/>
      </a:hlink>
      <a:folHlink>
        <a:srgbClr val="8E5A83"/>
      </a:folHlink>
    </a:clrScheme>
    <a:fontScheme name="Parfumeri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de l'application Parfumerie</dc:title>
  <dc:subject>PptxGenJS Presentation</dc:subject>
  <dc:creator>AITLAHCEN Abdelhafid</dc:creator>
  <cp:lastModifiedBy>AITLAHCEN Abdelhafid</cp:lastModifiedBy>
  <cp:revision>1</cp:revision>
  <dcterms:created xsi:type="dcterms:W3CDTF">2026-10-05T12:20:12Z</dcterms:created>
  <dcterms:modified xsi:type="dcterms:W3CDTF">2026-10-05T12:20:12Z</dcterms:modified>
</cp:coreProperties>
</file>